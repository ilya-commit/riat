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2" r:id="rId6"/>
    <p:sldId id="259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48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3A9ED-57FD-11F6-2233-F550D9650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1A7B3D-64F2-70B0-8D13-1A3B4AEBD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BAD530-A957-F0B5-802C-AD556753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135C0A-8B15-2085-F78E-787F0A03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6B3DC8-2C53-9AC6-35B6-EB79ADC1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60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F1A90-E602-FD0D-A829-500A1520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34A834-79D6-59DF-3B41-5B4F462BC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D605CF-5224-22B7-C767-0CEDCC0C7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C2EA44-2AF9-B690-A921-94B20A019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5C753F-C222-6480-6613-2B6A8503F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3DB72-961C-4CA7-F359-6DEAB0A1D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F9B3CB-EDB4-DA2B-B97F-1EBA22B09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90F748-FEC4-A89D-12EF-66686463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4A9B88-8E0B-29FA-9A1E-6DF0FF27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135DBC-CAA8-63FB-D9B7-E9100E13F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6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405A18-03A7-CA1E-F29B-F93533CB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409E4F-9AAA-9876-7C73-E7170CEEE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9E0121-F7DE-751C-6D95-F5D06DA10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2A0406-1AD4-9509-CA02-6D628ABF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22A83D-8B6C-03A0-9051-BBA1C2EC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5C4249-A5C2-5C0B-CAC4-CFDE3159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07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AC0B4-B8D0-F443-6249-87151B545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E53230-49C3-9EC7-E82D-4638C1634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1F2188-068A-3A0D-7B36-6F6383B1B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47CC18-44BC-8039-1B07-0376A4F29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EC4AD6-5227-B007-48A1-622AB7B67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A7A0112-F066-557C-8A92-BCEF0744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10918B6-496A-7CFF-BF36-39497E63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6940683-A996-E0CC-79FF-C34FDEA7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7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7AB8B8-AA40-2FCC-8F93-64895F70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E093058-E0B2-8F84-1CD4-E265E1A2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D90958-8EC0-8C8D-DF43-57153DCDC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C97B88-9389-EC5A-E9E5-176EC5CF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0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8D00CF4-956B-AFBC-7B29-105C9CEE5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4019918-3F75-DE42-A6D7-36A774B3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B8CD5A-81FA-CB06-9B43-9688885D4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1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0281E-7C53-3B1D-311C-6C7CB8084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480A17-8F4A-CDA2-5C76-B0C3F6246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E340D2-5AE3-8D15-D139-811792567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C077DC-0A77-99CF-6AF9-CEF9AE5C4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27DC84-0FEE-BCD0-5FAB-122A634B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83900D-25B5-B3AA-B92C-E40EA8EF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3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81BE4-57A8-0073-7C6F-FEC195B48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00D43A-09DB-53E6-6183-78995C56A5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7EBF29-DACD-28C2-91A8-E8ECFBCC0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325321-17A9-DF40-998D-0A34E321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54DFC9-6953-74E7-D1E5-2801E6CC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3C5853-88EB-56D6-4B8D-28EE14A6E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33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5D934-39D8-A6ED-752F-999229BF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30998F-6F64-99A6-324F-D97AD9771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C0DE56-DC1D-89B4-B03B-A2BDC61F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BF9638-96F4-9252-C8A0-FA06CFAC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9C8B4C-E782-9AF6-D868-FAF82AED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6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D52846-35A8-F0E1-17A8-5570CD03C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9451F8-411C-AA1D-AB34-C2B249F9B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5D250B-DB1E-2018-21F3-5B769009E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3A34C0-3A1E-12A1-BBA3-AFFE006D1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901882-63BB-8B51-C0E6-5A06DBDC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6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73EE8-FDB4-44BF-3013-D48F2E36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BC8EC6-F2AD-37B1-8C6B-B90BA9FFD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6E5BE1-5C63-48DA-F790-F630ADDA3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A0156-3E7F-4844-829D-EAC1FC95EFE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E3FF6A-FC7E-5D49-4AFF-A5BEA4A69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9ABEF7-7400-221F-21FB-7DC4C1288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3D65D-76B7-47A2-B05C-29CCC5BA2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4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82B17-8EBA-AF74-FE15-1A9B3CC00E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Паттерн </a:t>
            </a:r>
            <a:r>
              <a:rPr lang="en-US" dirty="0"/>
              <a:t>Prototype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CDDA8C-32F2-AB6A-0F7E-412B9D5DF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10668000" cy="2759433"/>
          </a:xfrm>
        </p:spPr>
        <p:txBody>
          <a:bodyPr/>
          <a:lstStyle/>
          <a:p>
            <a:pPr algn="r"/>
            <a:r>
              <a:rPr lang="ru-RU" dirty="0"/>
              <a:t>Выполнили: студенты группы 2-41</a:t>
            </a:r>
          </a:p>
          <a:p>
            <a:pPr algn="r"/>
            <a:r>
              <a:rPr lang="ru-RU" dirty="0"/>
              <a:t>Марков И. А., </a:t>
            </a:r>
            <a:r>
              <a:rPr lang="ru-RU" dirty="0" err="1"/>
              <a:t>Савельичев</a:t>
            </a:r>
            <a:r>
              <a:rPr lang="ru-RU" dirty="0"/>
              <a:t> А. Д.</a:t>
            </a:r>
          </a:p>
          <a:p>
            <a:pPr algn="r"/>
            <a:r>
              <a:rPr lang="ru-RU" dirty="0"/>
              <a:t>Проверил: доцент кафедры ПОКС</a:t>
            </a:r>
          </a:p>
          <a:p>
            <a:pPr algn="r"/>
            <a:r>
              <a:rPr lang="ru-RU" dirty="0"/>
              <a:t>Гнатюк И. 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50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339E2-CD01-1A70-3142-4FCEA88E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Описание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CD5ECF-B953-0B22-C2E3-C091227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Прототип (</a:t>
            </a:r>
            <a:r>
              <a:rPr lang="ru-RU" b="1" dirty="0" err="1"/>
              <a:t>Prototype</a:t>
            </a:r>
            <a:r>
              <a:rPr lang="ru-RU" b="1" dirty="0"/>
              <a:t>)</a:t>
            </a:r>
            <a:r>
              <a:rPr lang="ru-RU" dirty="0"/>
              <a:t> — это порождающий паттерн проектирования, который позволяет создавать новые объекты путём копирования существующих экземпляров-прототипов, а не через вызов конструктора.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980825-311A-0C42-7E88-176C25C2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016" y="3208370"/>
            <a:ext cx="5169104" cy="32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75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6DA71F-C221-F529-009F-BD76E3CA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Достоинства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FD63C6-AF93-5743-19F0-486F8A7C6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Простота инициализации объекта</a:t>
            </a:r>
          </a:p>
          <a:p>
            <a:r>
              <a:rPr lang="ru-RU" b="1" dirty="0"/>
              <a:t>Возможность клонировать объекты с их данными</a:t>
            </a:r>
          </a:p>
          <a:p>
            <a:r>
              <a:rPr lang="ru-RU" b="1" dirty="0"/>
              <a:t>Простота создания большого количества объектов</a:t>
            </a:r>
          </a:p>
          <a:p>
            <a:r>
              <a:rPr lang="ru-RU" b="1" dirty="0"/>
              <a:t>Возможность добавления новых типов в </a:t>
            </a:r>
            <a:r>
              <a:rPr lang="ru-RU" b="1" dirty="0" err="1"/>
              <a:t>рантайме</a:t>
            </a:r>
            <a:endParaRPr lang="ru-RU" b="1" dirty="0"/>
          </a:p>
          <a:p>
            <a:r>
              <a:rPr lang="ru-RU" b="1" dirty="0"/>
              <a:t>Сокращение количества подклассов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704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A699D-24BA-F623-BFC5-6EC1E8BA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Недостатки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032989-EAF7-868D-6231-E3792089D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Проблема с циклическими ссылками</a:t>
            </a:r>
          </a:p>
          <a:p>
            <a:r>
              <a:rPr lang="ru-RU" b="1" dirty="0"/>
              <a:t>Трудность отлаживания</a:t>
            </a:r>
          </a:p>
          <a:p>
            <a:r>
              <a:rPr lang="ru-RU" b="1" dirty="0"/>
              <a:t>Глубокое клонирование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61985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CE055-FE1D-6BE5-F01A-8F0B511A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использовать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49CE46-8B9D-A98C-5B51-C296CA29B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объекта дороже копирования (БД, API, тяжёлые расчёты)</a:t>
            </a:r>
          </a:p>
          <a:p>
            <a:r>
              <a:rPr lang="ru-RU" dirty="0"/>
              <a:t>Конструктор слишком сложный (много параметров)</a:t>
            </a:r>
          </a:p>
          <a:p>
            <a:r>
              <a:rPr lang="ru-RU" dirty="0"/>
              <a:t>Нужно много похожих объектов с небольшими отличиями</a:t>
            </a:r>
          </a:p>
          <a:p>
            <a:r>
              <a:rPr lang="ru-RU" dirty="0"/>
              <a:t>Классы неизвестны до выполнения (определяются в </a:t>
            </a:r>
            <a:r>
              <a:rPr lang="ru-RU" dirty="0" err="1"/>
              <a:t>рантайме</a:t>
            </a:r>
            <a:r>
              <a:rPr lang="ru-RU" dirty="0"/>
              <a:t>)</a:t>
            </a:r>
          </a:p>
          <a:p>
            <a:r>
              <a:rPr lang="ru-RU" dirty="0"/>
              <a:t>Нужно скрыть иерархию классов от клиента</a:t>
            </a:r>
          </a:p>
          <a:p>
            <a:r>
              <a:rPr lang="ru-RU" dirty="0"/>
              <a:t>Сложные композитные структуры (деревья объектов)</a:t>
            </a:r>
          </a:p>
        </p:txBody>
      </p:sp>
    </p:spTree>
    <p:extLst>
      <p:ext uri="{BB962C8B-B14F-4D97-AF65-F5344CB8AC3E}">
        <p14:creationId xmlns:p14="http://schemas.microsoft.com/office/powerpoint/2010/main" val="3385076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ACA78-4D68-CAAE-EBAF-10F5EDA55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интерфейса прототип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63AE7B0-73CA-867E-8F18-0889421FB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4187" y="2478536"/>
            <a:ext cx="5738599" cy="243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48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17641-87D2-8860-06D6-B909F78E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B694576-1F9A-F97B-EFFC-FDB86261C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0812" y="472122"/>
            <a:ext cx="5686303" cy="59137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9FCFEE-EFFE-3BA5-AD59-36F65E1A0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560" y="472121"/>
            <a:ext cx="3241040" cy="584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147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644040-D79A-9CD9-C19E-F6B5A5289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4065EA-0351-C927-8FA4-EB4C00514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6561"/>
            <a:ext cx="10515600" cy="322040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6000" dirty="0"/>
              <a:t>Спасибо за внимание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5459951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144</Words>
  <Application>Microsoft Office PowerPoint</Application>
  <PresentationFormat>Широкоэкранный</PresentationFormat>
  <Paragraphs>27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Паттерн Prototype</vt:lpstr>
      <vt:lpstr>Описание</vt:lpstr>
      <vt:lpstr>Достоинства</vt:lpstr>
      <vt:lpstr>Недостатки</vt:lpstr>
      <vt:lpstr>Когда использовать</vt:lpstr>
      <vt:lpstr>Создание интерфейса прототип</vt:lpstr>
      <vt:lpstr>Класс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3</cp:revision>
  <dcterms:created xsi:type="dcterms:W3CDTF">2026-05-24T13:50:55Z</dcterms:created>
  <dcterms:modified xsi:type="dcterms:W3CDTF">2026-05-24T14:40:02Z</dcterms:modified>
</cp:coreProperties>
</file>