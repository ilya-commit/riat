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4" r:id="rId4"/>
    <p:sldId id="265" r:id="rId5"/>
    <p:sldId id="257" r:id="rId6"/>
    <p:sldId id="258" r:id="rId7"/>
    <p:sldId id="262" r:id="rId8"/>
    <p:sldId id="259" r:id="rId9"/>
    <p:sldId id="260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75" d="100"/>
          <a:sy n="75" d="100"/>
        </p:scale>
        <p:origin x="48" y="1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83A9ED-57FD-11F6-2233-F550D9650C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61A7B3D-64F2-70B0-8D13-1A3B4AEBD7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9BAD530-A957-F0B5-802C-AD5567539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A0156-3E7F-4844-829D-EAC1FC95EFE3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B135C0A-8B15-2085-F78E-787F0A038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6B3DC8-2C53-9AC6-35B6-EB79ADC15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3D65D-76B7-47A2-B05C-29CCC5BA2C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3609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EF1A90-E602-FD0D-A829-500A1520C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834A834-79D6-59DF-3B41-5B4F462BC8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2D605CF-5224-22B7-C767-0CEDCC0C7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A0156-3E7F-4844-829D-EAC1FC95EFE3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AC2EA44-2AF9-B690-A921-94B20A019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B5C753F-C222-6480-6613-2B6A8503F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3D65D-76B7-47A2-B05C-29CCC5BA2C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493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C3DB72-961C-4CA7-F359-6DEAB0A1D9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EF9B3CB-EDB4-DA2B-B97F-1EBA22B097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090F748-FEC4-A89D-12EF-666864631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A0156-3E7F-4844-829D-EAC1FC95EFE3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14A9B88-8E0B-29FA-9A1E-6DF0FF275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B135DBC-CAA8-63FB-D9B7-E9100E13F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3D65D-76B7-47A2-B05C-29CCC5BA2C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1636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405A18-03A7-CA1E-F29B-F93533CBD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3409E4F-9AAA-9876-7C73-E7170CEEE8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D9E0121-F7DE-751C-6D95-F5D06DA10D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B2A0406-1AD4-9509-CA02-6D628ABFF2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A0156-3E7F-4844-829D-EAC1FC95EFE3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822A83D-8B6C-03A0-9051-BBA1C2EC6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D5C4249-A5C2-5C0B-CAC4-CFDE3159F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3D65D-76B7-47A2-B05C-29CCC5BA2C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3076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6AC0B4-B8D0-F443-6249-87151B5450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7E53230-49C3-9EC7-E82D-4638C1634F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01F2188-068A-3A0D-7B36-6F6383B1B9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C47CC18-44BC-8039-1B07-0376A4F297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66EC4AD6-5227-B007-48A1-622AB7B67A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A7A0112-F066-557C-8A92-BCEF07449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A0156-3E7F-4844-829D-EAC1FC95EFE3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10918B6-496A-7CFF-BF36-39497E635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6940683-A996-E0CC-79FF-C34FDEA7A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3D65D-76B7-47A2-B05C-29CCC5BA2C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976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7AB8B8-AA40-2FCC-8F93-64895F706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E093058-E0B2-8F84-1CD4-E265E1A25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A0156-3E7F-4844-829D-EAC1FC95EFE3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B9D90958-8EC0-8C8D-DF43-57153DCDC8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EC97B88-9389-EC5A-E9E5-176EC5CF0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3D65D-76B7-47A2-B05C-29CCC5BA2C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905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8D00CF4-956B-AFBC-7B29-105C9CEE5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A0156-3E7F-4844-829D-EAC1FC95EFE3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4019918-3F75-DE42-A6D7-36A774B3B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8B8CD5A-81FA-CB06-9B43-9688885D4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3D65D-76B7-47A2-B05C-29CCC5BA2C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2153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60281E-7C53-3B1D-311C-6C7CB8084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480A17-8F4A-CDA2-5C76-B0C3F6246F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0E340D2-5AE3-8D15-D139-8117925671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4C077DC-0A77-99CF-6AF9-CEF9AE5C4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A0156-3E7F-4844-829D-EAC1FC95EFE3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327DC84-0FEE-BCD0-5FAB-122A634B8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B83900D-25B5-B3AA-B92C-E40EA8EFD0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3D65D-76B7-47A2-B05C-29CCC5BA2C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6315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481BE4-57A8-0073-7C6F-FEC195B48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D00D43A-09DB-53E6-6183-78995C56A5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D7EBF29-DACD-28C2-91A8-E8ECFBCC04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4325321-17A9-DF40-998D-0A34E3219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A0156-3E7F-4844-829D-EAC1FC95EFE3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054DFC9-6953-74E7-D1E5-2801E6CC2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93C5853-88EB-56D6-4B8D-28EE14A6E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3D65D-76B7-47A2-B05C-29CCC5BA2C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133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D5D934-39D8-A6ED-752F-999229BF5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630998F-6F64-99A6-324F-D97AD97710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C0DE56-DC1D-89B4-B03B-A2BDC61F1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A0156-3E7F-4844-829D-EAC1FC95EFE3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9BF9638-96F4-9252-C8A0-FA06CFAC3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89C8B4C-E782-9AF6-D868-FAF82AEDB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3D65D-76B7-47A2-B05C-29CCC5BA2C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0262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4D52846-35A8-F0E1-17A8-5570CD03CB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C9451F8-411C-AA1D-AB34-C2B249F9B8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55D250B-DB1E-2018-21F3-5B769009E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A0156-3E7F-4844-829D-EAC1FC95EFE3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03A34C0-3A1E-12A1-BBA3-AFFE006D1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D901882-63BB-8B51-C0E6-5A06DBDC8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3D65D-76B7-47A2-B05C-29CCC5BA2C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567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45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873EE8-FDB4-44BF-3013-D48F2E368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EBC8EC6-F2AD-37B1-8C6B-B90BA9FFD0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36E5BE1-5C63-48DA-F790-F630ADDA3B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6A0156-3E7F-4844-829D-EAC1FC95EFE3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3E3FF6A-FC7E-5D49-4AFF-A5BEA4A691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09ABEF7-7400-221F-21FB-7DC4C1288D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03D65D-76B7-47A2-B05C-29CCC5BA2C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431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F82B17-8EBA-AF74-FE15-1A9B3CC00E9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Паттерн </a:t>
            </a:r>
            <a:r>
              <a:rPr lang="en-US" dirty="0"/>
              <a:t>Prototype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1CDDA8C-32F2-AB6A-0F7E-412B9D5DF5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10668000" cy="2759433"/>
          </a:xfrm>
        </p:spPr>
        <p:txBody>
          <a:bodyPr/>
          <a:lstStyle/>
          <a:p>
            <a:pPr algn="r"/>
            <a:r>
              <a:rPr lang="ru-RU" dirty="0"/>
              <a:t>Выполнили: студенты группы 2-41</a:t>
            </a:r>
          </a:p>
          <a:p>
            <a:pPr algn="r"/>
            <a:r>
              <a:rPr lang="ru-RU" dirty="0"/>
              <a:t>Марков И. А., </a:t>
            </a:r>
            <a:r>
              <a:rPr lang="ru-RU" dirty="0" err="1"/>
              <a:t>Савельичев</a:t>
            </a:r>
            <a:r>
              <a:rPr lang="ru-RU" dirty="0"/>
              <a:t> А. Д.</a:t>
            </a:r>
          </a:p>
          <a:p>
            <a:pPr algn="r"/>
            <a:r>
              <a:rPr lang="ru-RU" dirty="0"/>
              <a:t>Проверил: доцент кафедры ПОКС</a:t>
            </a:r>
          </a:p>
          <a:p>
            <a:pPr algn="r"/>
            <a:r>
              <a:rPr lang="ru-RU" dirty="0"/>
              <a:t>Гнатюк И. А.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8503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2339E2-CD01-1A70-3142-4FCEA88E6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Описание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2CD5ECF-B953-0B22-C2E3-C0912279B6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/>
              <a:t>Прототип (</a:t>
            </a:r>
            <a:r>
              <a:rPr lang="ru-RU" b="1" dirty="0" err="1"/>
              <a:t>Prototype</a:t>
            </a:r>
            <a:r>
              <a:rPr lang="ru-RU" b="1" dirty="0"/>
              <a:t>)</a:t>
            </a:r>
            <a:r>
              <a:rPr lang="ru-RU" dirty="0"/>
              <a:t> — это порождающий паттерн проектирования, который позволяет создавать новые объекты путём копирования существующих экземпляров-прототипов, а не через вызов конструктора.</a:t>
            </a:r>
            <a:endParaRPr lang="en-US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7980825-311A-0C42-7E88-176C25C26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4016" y="3208370"/>
            <a:ext cx="5169104" cy="3284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81755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FA540A-E00D-83DD-6EF2-B237F8040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Проблема</a:t>
            </a:r>
            <a:endParaRPr lang="en-US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921904B3-9EA1-3575-6B9F-D7EA71A4AE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0640" y="1402886"/>
            <a:ext cx="7190719" cy="4611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034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109947-43D9-5FAE-BF77-4F67F43AB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Решение</a:t>
            </a:r>
            <a:endParaRPr lang="en-US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01153A63-BEBF-1B9F-2918-92ABF03D40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21153" y="1690688"/>
            <a:ext cx="7349694" cy="4860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4092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6DA71F-C221-F529-009F-BD76E3CA5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/>
              <a:t>Достоинства</a:t>
            </a:r>
            <a:endParaRPr lang="en-US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9FD63C6-AF93-5743-19F0-486F8A7C6B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Простота инициализации объекта</a:t>
            </a:r>
          </a:p>
          <a:p>
            <a:r>
              <a:rPr lang="ru-RU" b="1" dirty="0"/>
              <a:t>Возможность клонировать объекты с их данными</a:t>
            </a:r>
          </a:p>
          <a:p>
            <a:r>
              <a:rPr lang="ru-RU" b="1" dirty="0"/>
              <a:t>Простота создания большого количества объектов</a:t>
            </a:r>
          </a:p>
          <a:p>
            <a:r>
              <a:rPr lang="ru-RU" b="1" dirty="0"/>
              <a:t>Возможность добавления новых типов в </a:t>
            </a:r>
            <a:r>
              <a:rPr lang="ru-RU" b="1" dirty="0" err="1"/>
              <a:t>рантайме</a:t>
            </a:r>
            <a:endParaRPr lang="ru-RU" b="1" dirty="0"/>
          </a:p>
          <a:p>
            <a:r>
              <a:rPr lang="ru-RU" b="1" dirty="0"/>
              <a:t>Сокращение количества подклассов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6870454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EA699D-24BA-F623-BFC5-6EC1E8BA3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/>
              <a:t>Недостатки</a:t>
            </a:r>
            <a:endParaRPr lang="en-US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F032989-EAF7-868D-6231-E3792089D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Проблема с циклическими ссылками</a:t>
            </a:r>
          </a:p>
          <a:p>
            <a:r>
              <a:rPr lang="ru-RU" b="1" dirty="0"/>
              <a:t>Трудность отлаживания</a:t>
            </a:r>
          </a:p>
          <a:p>
            <a:r>
              <a:rPr lang="ru-RU" b="1" dirty="0"/>
              <a:t>Глубокое клонирование</a:t>
            </a:r>
          </a:p>
        </p:txBody>
      </p:sp>
    </p:spTree>
    <p:extLst>
      <p:ext uri="{BB962C8B-B14F-4D97-AF65-F5344CB8AC3E}">
        <p14:creationId xmlns:p14="http://schemas.microsoft.com/office/powerpoint/2010/main" val="36198563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9CE055-FE1D-6BE5-F01A-8F0B511A6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использовать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D49CE46-8B9D-A98C-5B51-C296CA29B5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Создание объекта дороже копирования (БД, API, тяжёлые расчёты)</a:t>
            </a:r>
          </a:p>
          <a:p>
            <a:r>
              <a:rPr lang="ru-RU" dirty="0"/>
              <a:t>Конструктор слишком сложный (много параметров)</a:t>
            </a:r>
          </a:p>
          <a:p>
            <a:r>
              <a:rPr lang="ru-RU" dirty="0"/>
              <a:t>Нужно много похожих объектов с небольшими отличиями</a:t>
            </a:r>
          </a:p>
          <a:p>
            <a:r>
              <a:rPr lang="ru-RU" dirty="0"/>
              <a:t>Классы неизвестны до выполнения (определяются в </a:t>
            </a:r>
            <a:r>
              <a:rPr lang="ru-RU" dirty="0" err="1"/>
              <a:t>рантайме</a:t>
            </a:r>
            <a:r>
              <a:rPr lang="ru-RU" dirty="0"/>
              <a:t>)</a:t>
            </a:r>
          </a:p>
          <a:p>
            <a:r>
              <a:rPr lang="ru-RU" dirty="0"/>
              <a:t>Нужно скрыть иерархию классов от клиента</a:t>
            </a:r>
          </a:p>
          <a:p>
            <a:r>
              <a:rPr lang="ru-RU" dirty="0"/>
              <a:t>Сложные композитные структуры (деревья объектов)</a:t>
            </a:r>
          </a:p>
        </p:txBody>
      </p:sp>
    </p:spTree>
    <p:extLst>
      <p:ext uri="{BB962C8B-B14F-4D97-AF65-F5344CB8AC3E}">
        <p14:creationId xmlns:p14="http://schemas.microsoft.com/office/powerpoint/2010/main" val="3385076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8ACA78-4D68-CAAE-EBAF-10F5EDA55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интерфейса прототип</a:t>
            </a:r>
            <a:endParaRPr lang="en-US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063AE7B0-73CA-867E-8F18-0889421FBD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24187" y="2478536"/>
            <a:ext cx="5738599" cy="2438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4483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317641-87D2-8860-06D6-B909F78E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</a:t>
            </a:r>
            <a:endParaRPr lang="en-US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8B694576-1F9A-F97B-EFFC-FDB86261CA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80812" y="472122"/>
            <a:ext cx="5686303" cy="591375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A9FCFEE-EFFE-3BA5-AD59-36F65E1A01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8560" y="472121"/>
            <a:ext cx="3241040" cy="5846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1473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644040-D79A-9CD9-C19E-F6B5A5289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A4065EA-0351-C927-8FA4-EB4C005140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56561"/>
            <a:ext cx="10515600" cy="32204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sz="6000" dirty="0"/>
              <a:t>Спасибо за внимание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54599514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146</Words>
  <Application>Microsoft Office PowerPoint</Application>
  <PresentationFormat>Широкоэкранный</PresentationFormat>
  <Paragraphs>29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Тема Office</vt:lpstr>
      <vt:lpstr>Паттерн Prototype</vt:lpstr>
      <vt:lpstr>Описание</vt:lpstr>
      <vt:lpstr>Проблема</vt:lpstr>
      <vt:lpstr>Решение</vt:lpstr>
      <vt:lpstr>Достоинства</vt:lpstr>
      <vt:lpstr>Недостатки</vt:lpstr>
      <vt:lpstr>Когда использовать</vt:lpstr>
      <vt:lpstr>Создание интерфейса прототип</vt:lpstr>
      <vt:lpstr>Класс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Пользователь</dc:creator>
  <cp:lastModifiedBy>Пользователь</cp:lastModifiedBy>
  <cp:revision>4</cp:revision>
  <dcterms:created xsi:type="dcterms:W3CDTF">2026-05-24T13:50:55Z</dcterms:created>
  <dcterms:modified xsi:type="dcterms:W3CDTF">2026-05-24T15:40:20Z</dcterms:modified>
</cp:coreProperties>
</file>